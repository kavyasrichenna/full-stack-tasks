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9" r:id="rId12"/>
    <p:sldId id="267" r:id="rId13"/>
    <p:sldId id="268" r:id="rId14"/>
    <p:sldId id="272" r:id="rId15"/>
    <p:sldId id="273" r:id="rId16"/>
    <p:sldId id="270" r:id="rId17"/>
    <p:sldId id="265" r:id="rId18"/>
  </p:sldIdLst>
  <p:sldSz cx="18288000" cy="10287000"/>
  <p:notesSz cx="6858000" cy="9144000"/>
  <p:embeddedFontLst>
    <p:embeddedFont>
      <p:font typeface="Bookman Old Style" panose="02050604050505020204" pitchFamily="18" charset="0"/>
      <p:regular r:id="rId20"/>
      <p:bold r:id="rId21"/>
      <p:italic r:id="rId22"/>
      <p:boldItalic r:id="rId23"/>
    </p:embeddedFont>
    <p:embeddedFont>
      <p:font typeface="Cambria" panose="02040503050406030204" pitchFamily="18" charset="0"/>
      <p:regular r:id="rId24"/>
      <p:bold r:id="rId25"/>
      <p:italic r:id="rId26"/>
      <p:boldItalic r:id="rId27"/>
    </p:embeddedFont>
    <p:embeddedFont>
      <p:font typeface="Gotham" panose="020B0604020202020204" charset="0"/>
      <p:regular r:id="rId28"/>
      <p:bold r:id="rId29"/>
      <p:italic r:id="rId30"/>
      <p:boldItalic r:id="rId31"/>
    </p:embeddedFont>
    <p:embeddedFont>
      <p:font typeface="Gotham Bold Italics" panose="020B0604020202020204" charset="0"/>
      <p:regular r:id="rId28"/>
      <p:bold r:id="rId28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C33E65-9F1B-AF97-A055-116DF62C58F3}" v="40" dt="2026-03-27T03:42:16.8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63" autoAdjust="0"/>
    <p:restoredTop sz="94635" autoAdjust="0"/>
  </p:normalViewPr>
  <p:slideViewPr>
    <p:cSldViewPr>
      <p:cViewPr varScale="1">
        <p:scale>
          <a:sx n="75" d="100"/>
          <a:sy n="75" d="100"/>
        </p:scale>
        <p:origin x="184" y="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9" Type="http://schemas.microsoft.com/office/2015/10/relationships/revisionInfo" Target="revisionInfo.xml"/><Relationship Id="rId21" Type="http://schemas.openxmlformats.org/officeDocument/2006/relationships/font" Target="fonts/font2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tu24566@veltech.edu.in" userId="c98a2fed6cacb1ef" providerId="Windows Live" clId="Web-{F54862BD-7BA2-44CA-A20C-97C93F868C38}"/>
    <pc:docChg chg="delSld modSld">
      <pc:chgData name="vtu24566@veltech.edu.in" userId="c98a2fed6cacb1ef" providerId="Windows Live" clId="Web-{F54862BD-7BA2-44CA-A20C-97C93F868C38}" dt="2026-03-23T16:59:05.119" v="400" actId="20577"/>
      <pc:docMkLst>
        <pc:docMk/>
      </pc:docMkLst>
      <pc:sldChg chg="modSp">
        <pc:chgData name="vtu24566@veltech.edu.in" userId="c98a2fed6cacb1ef" providerId="Windows Live" clId="Web-{F54862BD-7BA2-44CA-A20C-97C93F868C38}" dt="2026-03-23T16:04:47.492" v="39" actId="20577"/>
        <pc:sldMkLst>
          <pc:docMk/>
          <pc:sldMk cId="0" sldId="256"/>
        </pc:sldMkLst>
        <pc:spChg chg="mod">
          <ac:chgData name="vtu24566@veltech.edu.in" userId="c98a2fed6cacb1ef" providerId="Windows Live" clId="Web-{F54862BD-7BA2-44CA-A20C-97C93F868C38}" dt="2026-03-23T15:56:29.769" v="11" actId="20577"/>
          <ac:spMkLst>
            <pc:docMk/>
            <pc:sldMk cId="0" sldId="256"/>
            <ac:spMk id="14" creationId="{EA8EEF4A-EB43-B7D9-87FC-7C7D752BCA78}"/>
          </ac:spMkLst>
        </pc:spChg>
        <pc:spChg chg="mod">
          <ac:chgData name="vtu24566@veltech.edu.in" userId="c98a2fed6cacb1ef" providerId="Windows Live" clId="Web-{F54862BD-7BA2-44CA-A20C-97C93F868C38}" dt="2026-03-23T16:04:47.492" v="39" actId="20577"/>
          <ac:spMkLst>
            <pc:docMk/>
            <pc:sldMk cId="0" sldId="256"/>
            <ac:spMk id="15" creationId="{6FF32D1A-2F9C-AC53-CCBD-ABF748DF236F}"/>
          </ac:spMkLst>
        </pc:spChg>
      </pc:sldChg>
      <pc:sldChg chg="addSp delSp modSp">
        <pc:chgData name="vtu24566@veltech.edu.in" userId="c98a2fed6cacb1ef" providerId="Windows Live" clId="Web-{F54862BD-7BA2-44CA-A20C-97C93F868C38}" dt="2026-03-23T16:58:11.117" v="388" actId="20577"/>
        <pc:sldMkLst>
          <pc:docMk/>
          <pc:sldMk cId="0" sldId="261"/>
        </pc:sldMkLst>
        <pc:spChg chg="mod">
          <ac:chgData name="vtu24566@veltech.edu.in" userId="c98a2fed6cacb1ef" providerId="Windows Live" clId="Web-{F54862BD-7BA2-44CA-A20C-97C93F868C38}" dt="2026-03-23T16:58:11.117" v="388" actId="20577"/>
          <ac:spMkLst>
            <pc:docMk/>
            <pc:sldMk cId="0" sldId="261"/>
            <ac:spMk id="43" creationId="{25F9D4B0-38FE-DBA4-164D-1745B68379A5}"/>
          </ac:spMkLst>
        </pc:spChg>
        <pc:picChg chg="add mod">
          <ac:chgData name="vtu24566@veltech.edu.in" userId="c98a2fed6cacb1ef" providerId="Windows Live" clId="Web-{F54862BD-7BA2-44CA-A20C-97C93F868C38}" dt="2026-03-23T16:22:11.251" v="68" actId="1076"/>
          <ac:picMkLst>
            <pc:docMk/>
            <pc:sldMk cId="0" sldId="261"/>
            <ac:picMk id="32" creationId="{0E79629E-F56A-EDE2-2737-C202271EBFB7}"/>
          </ac:picMkLst>
        </pc:picChg>
      </pc:sldChg>
      <pc:sldChg chg="modSp">
        <pc:chgData name="vtu24566@veltech.edu.in" userId="c98a2fed6cacb1ef" providerId="Windows Live" clId="Web-{F54862BD-7BA2-44CA-A20C-97C93F868C38}" dt="2026-03-23T16:59:05.119" v="400" actId="20577"/>
        <pc:sldMkLst>
          <pc:docMk/>
          <pc:sldMk cId="0" sldId="263"/>
        </pc:sldMkLst>
        <pc:spChg chg="mod">
          <ac:chgData name="vtu24566@veltech.edu.in" userId="c98a2fed6cacb1ef" providerId="Windows Live" clId="Web-{F54862BD-7BA2-44CA-A20C-97C93F868C38}" dt="2026-03-23T16:59:05.119" v="400" actId="20577"/>
          <ac:spMkLst>
            <pc:docMk/>
            <pc:sldMk cId="0" sldId="263"/>
            <ac:spMk id="48" creationId="{26E9F5F9-CCF8-6F05-4C01-034C88D7529E}"/>
          </ac:spMkLst>
        </pc:spChg>
      </pc:sldChg>
      <pc:sldChg chg="addSp delSp modSp">
        <pc:chgData name="vtu24566@veltech.edu.in" userId="c98a2fed6cacb1ef" providerId="Windows Live" clId="Web-{F54862BD-7BA2-44CA-A20C-97C93F868C38}" dt="2026-03-23T16:57:46.444" v="385" actId="14100"/>
        <pc:sldMkLst>
          <pc:docMk/>
          <pc:sldMk cId="1998101144" sldId="266"/>
        </pc:sldMkLst>
        <pc:spChg chg="mod">
          <ac:chgData name="vtu24566@veltech.edu.in" userId="c98a2fed6cacb1ef" providerId="Windows Live" clId="Web-{F54862BD-7BA2-44CA-A20C-97C93F868C38}" dt="2026-03-23T16:57:46.444" v="385" actId="14100"/>
          <ac:spMkLst>
            <pc:docMk/>
            <pc:sldMk cId="1998101144" sldId="266"/>
            <ac:spMk id="41" creationId="{E1F7B352-25F0-36AE-794E-B41AB4C5DCC8}"/>
          </ac:spMkLst>
        </pc:spChg>
        <pc:picChg chg="add mod">
          <ac:chgData name="vtu24566@veltech.edu.in" userId="c98a2fed6cacb1ef" providerId="Windows Live" clId="Web-{F54862BD-7BA2-44CA-A20C-97C93F868C38}" dt="2026-03-23T16:30:05.081" v="179" actId="1076"/>
          <ac:picMkLst>
            <pc:docMk/>
            <pc:sldMk cId="1998101144" sldId="266"/>
            <ac:picMk id="2" creationId="{78A88C99-8BD9-110D-BADD-754478138E21}"/>
          </ac:picMkLst>
        </pc:picChg>
      </pc:sldChg>
      <pc:sldChg chg="addSp delSp modSp">
        <pc:chgData name="vtu24566@veltech.edu.in" userId="c98a2fed6cacb1ef" providerId="Windows Live" clId="Web-{F54862BD-7BA2-44CA-A20C-97C93F868C38}" dt="2026-03-23T16:46:52.401" v="313" actId="20577"/>
        <pc:sldMkLst>
          <pc:docMk/>
          <pc:sldMk cId="47544820" sldId="267"/>
        </pc:sldMkLst>
        <pc:spChg chg="mod">
          <ac:chgData name="vtu24566@veltech.edu.in" userId="c98a2fed6cacb1ef" providerId="Windows Live" clId="Web-{F54862BD-7BA2-44CA-A20C-97C93F868C38}" dt="2026-03-23T16:46:52.401" v="313" actId="20577"/>
          <ac:spMkLst>
            <pc:docMk/>
            <pc:sldMk cId="47544820" sldId="267"/>
            <ac:spMk id="5" creationId="{39D8491B-92E9-5A7F-1666-190C36EBD9A8}"/>
          </ac:spMkLst>
        </pc:spChg>
        <pc:picChg chg="add mod">
          <ac:chgData name="vtu24566@veltech.edu.in" userId="c98a2fed6cacb1ef" providerId="Windows Live" clId="Web-{F54862BD-7BA2-44CA-A20C-97C93F868C38}" dt="2026-03-23T16:45:10.242" v="297" actId="1076"/>
          <ac:picMkLst>
            <pc:docMk/>
            <pc:sldMk cId="47544820" sldId="267"/>
            <ac:picMk id="41" creationId="{CA2A63AE-59D1-9E61-812A-4ABCD8B42ABF}"/>
          </ac:picMkLst>
        </pc:picChg>
      </pc:sldChg>
      <pc:sldChg chg="addSp delSp modSp">
        <pc:chgData name="vtu24566@veltech.edu.in" userId="c98a2fed6cacb1ef" providerId="Windows Live" clId="Web-{F54862BD-7BA2-44CA-A20C-97C93F868C38}" dt="2026-03-23T16:41:45.407" v="281" actId="1076"/>
        <pc:sldMkLst>
          <pc:docMk/>
          <pc:sldMk cId="84889951" sldId="268"/>
        </pc:sldMkLst>
        <pc:spChg chg="add del mod">
          <ac:chgData name="vtu24566@veltech.edu.in" userId="c98a2fed6cacb1ef" providerId="Windows Live" clId="Web-{F54862BD-7BA2-44CA-A20C-97C93F868C38}" dt="2026-03-23T16:41:45.407" v="281" actId="1076"/>
          <ac:spMkLst>
            <pc:docMk/>
            <pc:sldMk cId="84889951" sldId="268"/>
            <ac:spMk id="5" creationId="{C2F26A9F-DD99-C913-ADE0-2182717D1411}"/>
          </ac:spMkLst>
        </pc:spChg>
        <pc:picChg chg="add mod">
          <ac:chgData name="vtu24566@veltech.edu.in" userId="c98a2fed6cacb1ef" providerId="Windows Live" clId="Web-{F54862BD-7BA2-44CA-A20C-97C93F868C38}" dt="2026-03-23T16:38:22.443" v="227" actId="1076"/>
          <ac:picMkLst>
            <pc:docMk/>
            <pc:sldMk cId="84889951" sldId="268"/>
            <ac:picMk id="3" creationId="{AD3E16A7-ADFF-88FB-BE3D-421346BD218E}"/>
          </ac:picMkLst>
        </pc:picChg>
      </pc:sldChg>
      <pc:sldChg chg="addSp delSp modSp">
        <pc:chgData name="vtu24566@veltech.edu.in" userId="c98a2fed6cacb1ef" providerId="Windows Live" clId="Web-{F54862BD-7BA2-44CA-A20C-97C93F868C38}" dt="2026-03-23T16:36:35.527" v="219" actId="20577"/>
        <pc:sldMkLst>
          <pc:docMk/>
          <pc:sldMk cId="3981187392" sldId="269"/>
        </pc:sldMkLst>
        <pc:spChg chg="mod">
          <ac:chgData name="vtu24566@veltech.edu.in" userId="c98a2fed6cacb1ef" providerId="Windows Live" clId="Web-{F54862BD-7BA2-44CA-A20C-97C93F868C38}" dt="2026-03-23T16:36:35.527" v="219" actId="20577"/>
          <ac:spMkLst>
            <pc:docMk/>
            <pc:sldMk cId="3981187392" sldId="269"/>
            <ac:spMk id="5" creationId="{B40A1E25-03A2-030F-B662-D986C4F0FAEF}"/>
          </ac:spMkLst>
        </pc:spChg>
        <pc:picChg chg="add mod">
          <ac:chgData name="vtu24566@veltech.edu.in" userId="c98a2fed6cacb1ef" providerId="Windows Live" clId="Web-{F54862BD-7BA2-44CA-A20C-97C93F868C38}" dt="2026-03-23T16:30:58.629" v="184" actId="1076"/>
          <ac:picMkLst>
            <pc:docMk/>
            <pc:sldMk cId="3981187392" sldId="269"/>
            <ac:picMk id="3" creationId="{B55A307E-62BA-E46F-45EB-D410C409CB70}"/>
          </ac:picMkLst>
        </pc:picChg>
      </pc:sldChg>
      <pc:sldChg chg="modSp">
        <pc:chgData name="vtu24566@veltech.edu.in" userId="c98a2fed6cacb1ef" providerId="Windows Live" clId="Web-{F54862BD-7BA2-44CA-A20C-97C93F868C38}" dt="2026-03-23T16:54:42.385" v="383" actId="20577"/>
        <pc:sldMkLst>
          <pc:docMk/>
          <pc:sldMk cId="1838976791" sldId="270"/>
        </pc:sldMkLst>
        <pc:spChg chg="mod">
          <ac:chgData name="vtu24566@veltech.edu.in" userId="c98a2fed6cacb1ef" providerId="Windows Live" clId="Web-{F54862BD-7BA2-44CA-A20C-97C93F868C38}" dt="2026-03-23T16:54:42.385" v="383" actId="20577"/>
          <ac:spMkLst>
            <pc:docMk/>
            <pc:sldMk cId="1838976791" sldId="270"/>
            <ac:spMk id="3" creationId="{925F6650-A943-C59C-FFEF-E35B35BB2DCC}"/>
          </ac:spMkLst>
        </pc:spChg>
      </pc:sldChg>
      <pc:sldChg chg="addSp delSp modSp">
        <pc:chgData name="vtu24566@veltech.edu.in" userId="c98a2fed6cacb1ef" providerId="Windows Live" clId="Web-{F54862BD-7BA2-44CA-A20C-97C93F868C38}" dt="2026-03-23T16:51:30.968" v="346" actId="14100"/>
        <pc:sldMkLst>
          <pc:docMk/>
          <pc:sldMk cId="1683621742" sldId="272"/>
        </pc:sldMkLst>
        <pc:spChg chg="add mod">
          <ac:chgData name="vtu24566@veltech.edu.in" userId="c98a2fed6cacb1ef" providerId="Windows Live" clId="Web-{F54862BD-7BA2-44CA-A20C-97C93F868C38}" dt="2026-03-23T16:51:30.968" v="346" actId="14100"/>
          <ac:spMkLst>
            <pc:docMk/>
            <pc:sldMk cId="1683621742" sldId="272"/>
            <ac:spMk id="39" creationId="{75B22F68-A246-B2E6-ABB9-180177C80B70}"/>
          </ac:spMkLst>
        </pc:spChg>
        <pc:picChg chg="add mod">
          <ac:chgData name="vtu24566@veltech.edu.in" userId="c98a2fed6cacb1ef" providerId="Windows Live" clId="Web-{F54862BD-7BA2-44CA-A20C-97C93F868C38}" dt="2026-03-23T16:50:34.702" v="330" actId="1076"/>
          <ac:picMkLst>
            <pc:docMk/>
            <pc:sldMk cId="1683621742" sldId="272"/>
            <ac:picMk id="5" creationId="{E2B7B29F-4D57-0625-E71E-CBCAA175777F}"/>
          </ac:picMkLst>
        </pc:picChg>
      </pc:sldChg>
      <pc:sldChg chg="addSp delSp modSp">
        <pc:chgData name="vtu24566@veltech.edu.in" userId="c98a2fed6cacb1ef" providerId="Windows Live" clId="Web-{F54862BD-7BA2-44CA-A20C-97C93F868C38}" dt="2026-03-23T16:54:24.399" v="377" actId="1076"/>
        <pc:sldMkLst>
          <pc:docMk/>
          <pc:sldMk cId="4226093522" sldId="273"/>
        </pc:sldMkLst>
        <pc:spChg chg="mod">
          <ac:chgData name="vtu24566@veltech.edu.in" userId="c98a2fed6cacb1ef" providerId="Windows Live" clId="Web-{F54862BD-7BA2-44CA-A20C-97C93F868C38}" dt="2026-03-23T16:51:47.781" v="347" actId="1076"/>
          <ac:spMkLst>
            <pc:docMk/>
            <pc:sldMk cId="4226093522" sldId="273"/>
            <ac:spMk id="6" creationId="{01D6EE82-BF90-3D0B-D5EE-A3CD8BF1A43D}"/>
          </ac:spMkLst>
        </pc:spChg>
        <pc:spChg chg="mod">
          <ac:chgData name="vtu24566@veltech.edu.in" userId="c98a2fed6cacb1ef" providerId="Windows Live" clId="Web-{F54862BD-7BA2-44CA-A20C-97C93F868C38}" dt="2026-03-23T16:54:19.601" v="376" actId="20577"/>
          <ac:spMkLst>
            <pc:docMk/>
            <pc:sldMk cId="4226093522" sldId="273"/>
            <ac:spMk id="40" creationId="{F210EEBE-2712-45B4-8BC4-EDB278409951}"/>
          </ac:spMkLst>
        </pc:spChg>
        <pc:picChg chg="add mod">
          <ac:chgData name="vtu24566@veltech.edu.in" userId="c98a2fed6cacb1ef" providerId="Windows Live" clId="Web-{F54862BD-7BA2-44CA-A20C-97C93F868C38}" dt="2026-03-23T16:54:24.399" v="377" actId="1076"/>
          <ac:picMkLst>
            <pc:docMk/>
            <pc:sldMk cId="4226093522" sldId="273"/>
            <ac:picMk id="5" creationId="{EA6418DB-DCF3-ABC6-97B1-F3D258A96182}"/>
          </ac:picMkLst>
        </pc:picChg>
      </pc:sldChg>
    </pc:docChg>
  </pc:docChgLst>
  <pc:docChgLst>
    <pc:chgData name="vtu24566@veltech.edu.in" userId="c98a2fed6cacb1ef" providerId="Windows Live" clId="Web-{C0C33E65-9F1B-AF97-A055-116DF62C58F3}"/>
    <pc:docChg chg="modSld">
      <pc:chgData name="vtu24566@veltech.edu.in" userId="c98a2fed6cacb1ef" providerId="Windows Live" clId="Web-{C0C33E65-9F1B-AF97-A055-116DF62C58F3}" dt="2026-03-27T03:42:08.648" v="18" actId="20577"/>
      <pc:docMkLst>
        <pc:docMk/>
      </pc:docMkLst>
      <pc:sldChg chg="modSp">
        <pc:chgData name="vtu24566@veltech.edu.in" userId="c98a2fed6cacb1ef" providerId="Windows Live" clId="Web-{C0C33E65-9F1B-AF97-A055-116DF62C58F3}" dt="2026-03-27T03:40:33.663" v="17" actId="20577"/>
        <pc:sldMkLst>
          <pc:docMk/>
          <pc:sldMk cId="0" sldId="256"/>
        </pc:sldMkLst>
        <pc:spChg chg="mod">
          <ac:chgData name="vtu24566@veltech.edu.in" userId="c98a2fed6cacb1ef" providerId="Windows Live" clId="Web-{C0C33E65-9F1B-AF97-A055-116DF62C58F3}" dt="2026-03-27T03:40:33.663" v="17" actId="20577"/>
          <ac:spMkLst>
            <pc:docMk/>
            <pc:sldMk cId="0" sldId="256"/>
            <ac:spMk id="15" creationId="{6FF32D1A-2F9C-AC53-CCBD-ABF748DF236F}"/>
          </ac:spMkLst>
        </pc:spChg>
        <pc:spChg chg="mod">
          <ac:chgData name="vtu24566@veltech.edu.in" userId="c98a2fed6cacb1ef" providerId="Windows Live" clId="Web-{C0C33E65-9F1B-AF97-A055-116DF62C58F3}" dt="2026-03-27T03:26:03.344" v="1" actId="20577"/>
          <ac:spMkLst>
            <pc:docMk/>
            <pc:sldMk cId="0" sldId="256"/>
            <ac:spMk id="27" creationId="{AC6C53BF-3850-6683-E07F-D595EC8B02B2}"/>
          </ac:spMkLst>
        </pc:spChg>
      </pc:sldChg>
      <pc:sldChg chg="modSp">
        <pc:chgData name="vtu24566@veltech.edu.in" userId="c98a2fed6cacb1ef" providerId="Windows Live" clId="Web-{C0C33E65-9F1B-AF97-A055-116DF62C58F3}" dt="2026-03-27T03:42:08.648" v="18" actId="20577"/>
        <pc:sldMkLst>
          <pc:docMk/>
          <pc:sldMk cId="0" sldId="258"/>
        </pc:sldMkLst>
        <pc:spChg chg="mod">
          <ac:chgData name="vtu24566@veltech.edu.in" userId="c98a2fed6cacb1ef" providerId="Windows Live" clId="Web-{C0C33E65-9F1B-AF97-A055-116DF62C58F3}" dt="2026-03-27T03:42:08.648" v="18" actId="20577"/>
          <ac:spMkLst>
            <pc:docMk/>
            <pc:sldMk cId="0" sldId="258"/>
            <ac:spMk id="48" creationId="{BDE2941C-1504-53F9-99B2-48002CA9A34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7A2845-04C1-B844-ADAD-D2B7E6B10DA1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7F017-E2A4-1F44-B443-2B0FA90EEF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76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74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AD436-A5EA-93C7-6A2B-5E7563E5D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602C7C-5860-DB36-75C2-B2A630001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554B7C-D205-566F-705D-3B1101D155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CF237-BECC-4009-C54B-219B21977F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959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AFB3-1208-CB08-9BE5-B6B364769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5EF280-CC82-C49F-8048-90FEAED258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F88665-A4C2-C01A-1610-238C74FF0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32ADF-FDAB-B252-3C81-73C3037F6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A7F017-E2A4-1F44-B443-2B0FA90EEF8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90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-9965724" y="-1383136"/>
            <a:ext cx="10994424" cy="10994424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1194AAA3-5CF4-E695-04C9-0894FFF6F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0443" y="196689"/>
            <a:ext cx="4752247" cy="136061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B0EB85C-D9CE-08DC-1131-77C9DD1A002D}"/>
              </a:ext>
            </a:extLst>
          </p:cNvPr>
          <p:cNvSpPr txBox="1"/>
          <p:nvPr/>
        </p:nvSpPr>
        <p:spPr>
          <a:xfrm>
            <a:off x="1360002" y="1608482"/>
            <a:ext cx="159258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Vel Tech Rangarajan Dr. Sagunthala R&amp;D Institute of Science and Technology</a:t>
            </a:r>
          </a:p>
          <a:p>
            <a:pPr algn="ctr"/>
            <a:r>
              <a:rPr lang="en-US" sz="3600" b="1" dirty="0">
                <a:latin typeface="Cambria" panose="02040503050406030204" pitchFamily="18" charset="0"/>
                <a:ea typeface="Cambria" panose="02040503050406030204" pitchFamily="18" charset="0"/>
              </a:rPr>
              <a:t>School of Computing </a:t>
            </a:r>
          </a:p>
          <a:p>
            <a:pPr algn="ctr"/>
            <a:r>
              <a:rPr lang="en-US" sz="3200" b="1" dirty="0"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Engineering</a:t>
            </a:r>
            <a:endParaRPr lang="en-IN" sz="32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785AF5-58C8-2624-E1FD-4723B0683DE6}"/>
              </a:ext>
            </a:extLst>
          </p:cNvPr>
          <p:cNvSpPr txBox="1"/>
          <p:nvPr/>
        </p:nvSpPr>
        <p:spPr>
          <a:xfrm>
            <a:off x="1692835" y="3272357"/>
            <a:ext cx="152601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33CC"/>
                </a:solidFill>
                <a:latin typeface="Bookman Old Style" panose="02050604050505020204" pitchFamily="18" charset="0"/>
              </a:rPr>
              <a:t>10211CS224 / FULL STACK APPLICATION DEVELOPMENT (JAVA)</a:t>
            </a:r>
            <a:endParaRPr lang="en-IN" sz="2800" b="1" dirty="0">
              <a:solidFill>
                <a:srgbClr val="0033CC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6C53BF-3850-6683-E07F-D595EC8B02B2}"/>
              </a:ext>
            </a:extLst>
          </p:cNvPr>
          <p:cNvSpPr txBox="1"/>
          <p:nvPr/>
        </p:nvSpPr>
        <p:spPr>
          <a:xfrm>
            <a:off x="3727757" y="3897940"/>
            <a:ext cx="11190289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REVIEW : MILESTONE PROJECT – 1</a:t>
            </a:r>
          </a:p>
          <a:p>
            <a:pPr algn="ctr"/>
            <a:endParaRPr lang="en-IN" sz="3600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IN" sz="3600" b="1">
                <a:solidFill>
                  <a:srgbClr val="C00000"/>
                </a:solidFill>
                <a:latin typeface="Arial"/>
                <a:cs typeface="Arial"/>
              </a:rPr>
              <a:t>Date: 27-03-2026</a:t>
            </a:r>
            <a:endParaRPr lang="en-IN" sz="3600" b="1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FE0DA2-4723-7C13-5FD7-FC99B0394DDD}"/>
              </a:ext>
            </a:extLst>
          </p:cNvPr>
          <p:cNvSpPr txBox="1"/>
          <p:nvPr/>
        </p:nvSpPr>
        <p:spPr>
          <a:xfrm>
            <a:off x="1501640" y="6057900"/>
            <a:ext cx="157841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CAMPUS EVENT &amp; REGISTRATION PORTAL</a:t>
            </a:r>
            <a:endParaRPr lang="en-IN" sz="32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EEF4A-EB43-B7D9-87FC-7C7D752BCA78}"/>
              </a:ext>
            </a:extLst>
          </p:cNvPr>
          <p:cNvSpPr txBox="1"/>
          <p:nvPr/>
        </p:nvSpPr>
        <p:spPr>
          <a:xfrm>
            <a:off x="893870" y="7810500"/>
            <a:ext cx="9067800" cy="1391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US" sz="3000">
                <a:latin typeface="Cambria"/>
                <a:ea typeface="Cambria"/>
              </a:rPr>
              <a:t>CHENNA KAVYASRI – VTU24566 – 23UECS0119</a:t>
            </a:r>
            <a:endParaRPr lang="en-IN" sz="3000">
              <a:latin typeface="Cambria"/>
              <a:ea typeface="Cambri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F32D1A-2F9C-AC53-CCBD-ABF748DF236F}"/>
              </a:ext>
            </a:extLst>
          </p:cNvPr>
          <p:cNvSpPr txBox="1"/>
          <p:nvPr/>
        </p:nvSpPr>
        <p:spPr>
          <a:xfrm>
            <a:off x="10945035" y="7818586"/>
            <a:ext cx="6914603" cy="1246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Courses Handling Faculty:</a:t>
            </a:r>
          </a:p>
          <a:p>
            <a:r>
              <a:rPr lang="en-US" sz="3000" dirty="0" err="1">
                <a:ea typeface="+mn-lt"/>
                <a:cs typeface="+mn-lt"/>
              </a:rPr>
              <a:t>Dr.X.Arogya</a:t>
            </a:r>
            <a:r>
              <a:rPr lang="en-US" sz="3000" dirty="0">
                <a:ea typeface="+mn-lt"/>
                <a:cs typeface="+mn-lt"/>
              </a:rPr>
              <a:t> </a:t>
            </a:r>
            <a:r>
              <a:rPr lang="en-US" sz="3000" dirty="0" err="1">
                <a:ea typeface="+mn-lt"/>
                <a:cs typeface="+mn-lt"/>
              </a:rPr>
              <a:t>Presskila</a:t>
            </a:r>
            <a:endParaRPr lang="en-US" sz="3000" dirty="0" err="1">
              <a:latin typeface="Cambria"/>
              <a:ea typeface="Cambri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AA51DE-E8D7-A1B4-BC0D-B25C8A0C467A}"/>
              </a:ext>
            </a:extLst>
          </p:cNvPr>
          <p:cNvSpPr txBox="1"/>
          <p:nvPr/>
        </p:nvSpPr>
        <p:spPr>
          <a:xfrm>
            <a:off x="2209800" y="6972300"/>
            <a:ext cx="147431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SDG: 4 – Quality Education</a:t>
            </a:r>
            <a:endParaRPr lang="en-IN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8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06082" y="1952203"/>
            <a:ext cx="992463" cy="99246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48235" y="4447339"/>
            <a:ext cx="508158" cy="543805"/>
            <a:chOff x="0" y="0"/>
            <a:chExt cx="812800" cy="86981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8235" y="3107362"/>
            <a:ext cx="508158" cy="543805"/>
            <a:chOff x="0" y="0"/>
            <a:chExt cx="812800" cy="86981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48235" y="5115753"/>
            <a:ext cx="508158" cy="543805"/>
            <a:chOff x="0" y="0"/>
            <a:chExt cx="812800" cy="86981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48235" y="3776486"/>
            <a:ext cx="508158" cy="543805"/>
            <a:chOff x="0" y="0"/>
            <a:chExt cx="812800" cy="869819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48235" y="6455730"/>
            <a:ext cx="508158" cy="543805"/>
            <a:chOff x="0" y="0"/>
            <a:chExt cx="812800" cy="869819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48235" y="5784877"/>
            <a:ext cx="508158" cy="543805"/>
            <a:chOff x="0" y="0"/>
            <a:chExt cx="812800" cy="86981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8235" y="7123361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48235" y="7790991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796552-E8BF-2718-F921-20F9BAE7EE98}"/>
              </a:ext>
            </a:extLst>
          </p:cNvPr>
          <p:cNvSpPr txBox="1"/>
          <p:nvPr/>
        </p:nvSpPr>
        <p:spPr>
          <a:xfrm>
            <a:off x="152400" y="350103"/>
            <a:ext cx="1813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7E9E58-77B6-079D-9D0D-E380CADAD23D}"/>
              </a:ext>
            </a:extLst>
          </p:cNvPr>
          <p:cNvSpPr txBox="1"/>
          <p:nvPr/>
        </p:nvSpPr>
        <p:spPr>
          <a:xfrm>
            <a:off x="2138875" y="1975464"/>
            <a:ext cx="15082325" cy="11757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academic institutions, event registration and management are handled manually or through unorganized systems.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confusion, duplicate registrations, and difficulty in tracking student participation.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event deadlines and maintaining accurate records becomes challenging for administrators.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Academic Campus Event &amp; Registration Portal provides a centralized digital solution.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for events and view their participation history.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can monitor registrations, generate reports, and manage event details efficiently.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ensures transparency, prevents duplicate registrations, and enforces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supports digital campus transformation and enhances overall academic engagement.</a:t>
            </a:r>
          </a:p>
          <a:p>
            <a:pPr marL="457200" indent="-457200">
              <a:buFontTx/>
              <a:buChar char="-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C6B3991-F175-960C-03ED-447F68E529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32893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/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709357" y="2648112"/>
            <a:ext cx="992463" cy="99246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376253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8A7B8E9-D90B-1CF8-14D3-8D2483CAFC58}"/>
              </a:ext>
            </a:extLst>
          </p:cNvPr>
          <p:cNvSpPr txBox="1"/>
          <p:nvPr/>
        </p:nvSpPr>
        <p:spPr>
          <a:xfrm>
            <a:off x="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DE2941C-1504-53F9-99B2-48002CA9A345}"/>
              </a:ext>
            </a:extLst>
          </p:cNvPr>
          <p:cNvSpPr txBox="1"/>
          <p:nvPr/>
        </p:nvSpPr>
        <p:spPr>
          <a:xfrm>
            <a:off x="2176975" y="2104469"/>
            <a:ext cx="15082325" cy="106798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Academic institutions conduct multiple technical, cultural, and sports events throughout </a:t>
            </a:r>
            <a:r>
              <a:rPr lang="en-US" sz="3200">
                <a:latin typeface="Times New Roman"/>
                <a:cs typeface="Times New Roman"/>
              </a:rPr>
              <a:t>the year.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registrations manually or through informal methods leads to data mismanagement.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may register multiple times or miss deadlines due to lack of proper tracking.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face difficulty in monitoring participant lists and generating reports.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proper mechanism to prevent duplicate registrations and enforce deadline validation.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participation records are not centrally stored or easily accessible.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absence of validation mechanisms affects transparency and efficiency.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/>
                <a:cs typeface="Times New Roman"/>
              </a:rPr>
              <a:t>Hence, a structured and automated event registration system is required.</a:t>
            </a:r>
          </a:p>
          <a:p>
            <a:pPr marL="457200" indent="-457200">
              <a:buFontTx/>
              <a:buChar char="-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 dirty="0">
              <a:ea typeface="Calibri"/>
              <a:cs typeface="Calibri"/>
            </a:endParaRPr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US" sz="2800" dirty="0"/>
          </a:p>
          <a:p>
            <a:pPr marL="457200" indent="-457200" algn="just">
              <a:buFontTx/>
              <a:buChar char="-"/>
            </a:pPr>
            <a:endParaRPr lang="en-IN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09357" y="3315742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51509" y="4428296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5B915D36-EE4F-CB45-6DD3-E1B9C803EB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OBJECTIVE(S)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Freeform 10">
            <a:extLst>
              <a:ext uri="{FF2B5EF4-FFF2-40B4-BE49-F238E27FC236}">
                <a16:creationId xmlns:a16="http://schemas.microsoft.com/office/drawing/2014/main" id="{CC7EEF9B-9155-23B5-AEE9-85067B6C258B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6A0A3A-1541-5EC0-5370-02DA282ABDDE}"/>
              </a:ext>
            </a:extLst>
          </p:cNvPr>
          <p:cNvSpPr txBox="1"/>
          <p:nvPr/>
        </p:nvSpPr>
        <p:spPr>
          <a:xfrm>
            <a:off x="2149761" y="1922255"/>
            <a:ext cx="15082325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web-based Academic Campus Event &amp; Registration Portal for automated event management.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secure login, duplicate registration prevention, deadline validation, and real-time report generation for students and administrators.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709357" y="3983373"/>
            <a:ext cx="992463" cy="99246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1509" y="3315742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51509" y="1982349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1509" y="5094059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1509" y="2648112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51509" y="6425585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1509" y="575982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51509" y="7093216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1509" y="776084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5" name="Freeform 10">
            <a:extLst>
              <a:ext uri="{FF2B5EF4-FFF2-40B4-BE49-F238E27FC236}">
                <a16:creationId xmlns:a16="http://schemas.microsoft.com/office/drawing/2014/main" id="{D5D1FD99-C9A7-927E-AD67-E70F11DBAAA2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7218D14-8F44-8040-8BFD-49A59591F527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8F19716-1653-9AE0-442E-B3829A585B46}"/>
              </a:ext>
            </a:extLst>
          </p:cNvPr>
          <p:cNvSpPr txBox="1"/>
          <p:nvPr/>
        </p:nvSpPr>
        <p:spPr>
          <a:xfrm>
            <a:off x="1794863" y="2309629"/>
            <a:ext cx="15082325" cy="9633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a web-based Academic Campus Event &amp; Registration Portal.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students to securely register and log in to view available events.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can register for events with duplicate prevention and deadline validation.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log in separately to manage and monitor all event registrations.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automatically stores and manages data in a centralized database.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registration reports are generated for both students and admin.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improves transparency and reduces manual errors.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secure, efficient, and organized event management.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709357" y="4655766"/>
            <a:ext cx="992463" cy="992463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51509" y="3320505"/>
            <a:ext cx="508158" cy="543805"/>
            <a:chOff x="0" y="0"/>
            <a:chExt cx="812800" cy="8698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1509" y="1987111"/>
            <a:ext cx="508158" cy="543805"/>
            <a:chOff x="0" y="0"/>
            <a:chExt cx="812800" cy="86981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51509" y="3988135"/>
            <a:ext cx="508158" cy="543805"/>
            <a:chOff x="0" y="0"/>
            <a:chExt cx="812800" cy="86981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51509" y="2652874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1509" y="6430348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1509" y="5764584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1509" y="7088453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51509" y="7756083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762088" y="-9632634"/>
            <a:ext cx="10994424" cy="10994424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Freeform 10">
            <a:extLst>
              <a:ext uri="{FF2B5EF4-FFF2-40B4-BE49-F238E27FC236}">
                <a16:creationId xmlns:a16="http://schemas.microsoft.com/office/drawing/2014/main" id="{01BC0C31-7FCD-94EE-8B85-19FBC227565C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4B3B85F-0C7B-16B9-6D50-94A4DFD2D192}"/>
              </a:ext>
            </a:extLst>
          </p:cNvPr>
          <p:cNvSpPr txBox="1"/>
          <p:nvPr/>
        </p:nvSpPr>
        <p:spPr>
          <a:xfrm>
            <a:off x="152400" y="35010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F9D4B0-38FE-DBA4-164D-1745B68379A5}"/>
              </a:ext>
            </a:extLst>
          </p:cNvPr>
          <p:cNvSpPr txBox="1"/>
          <p:nvPr/>
        </p:nvSpPr>
        <p:spPr>
          <a:xfrm>
            <a:off x="2176975" y="1181100"/>
            <a:ext cx="15082325" cy="122187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endParaRPr lang="en-US" sz="2800" dirty="0">
              <a:ea typeface="Calibri"/>
              <a:cs typeface="Calibri"/>
            </a:endParaRP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/>
                <a:cs typeface="Times New Roman"/>
              </a:rPr>
              <a:t>Input: User login details, event selection, registration requests.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/>
                <a:cs typeface="Times New Roman"/>
              </a:rPr>
              <a:t>Processing: Authentication, duplicate registration check, deadline validation, data retrieval and report generation.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/>
                <a:cs typeface="Times New Roman"/>
              </a:rPr>
              <a:t>Database: Stores student details, admin details, event information, and registrations.</a:t>
            </a:r>
          </a:p>
          <a:p>
            <a:pPr marL="1371600" lvl="2" indent="-457200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/>
                <a:cs typeface="Times New Roman"/>
              </a:rPr>
              <a:t>Output: Registration confirmation, error messages, student report, and admin summary report</a:t>
            </a:r>
            <a:r>
              <a:rPr lang="en-US" sz="3200" dirty="0">
                <a:latin typeface="Times New Roman"/>
                <a:cs typeface="Times New Roman"/>
              </a:rPr>
              <a:t>.</a:t>
            </a:r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sp>
        <p:nvSpPr>
          <p:cNvPr id="2" name="AutoShape 2" descr="Generated image">
            <a:extLst>
              <a:ext uri="{FF2B5EF4-FFF2-40B4-BE49-F238E27FC236}">
                <a16:creationId xmlns:a16="http://schemas.microsoft.com/office/drawing/2014/main" id="{16E457E7-6CC0-C725-E8E8-35EC0C0A0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 descr="A diagram of a business&#10;&#10;AI-generated content may be incorrect.">
            <a:extLst>
              <a:ext uri="{FF2B5EF4-FFF2-40B4-BE49-F238E27FC236}">
                <a16:creationId xmlns:a16="http://schemas.microsoft.com/office/drawing/2014/main" id="{0E79629E-F56A-EDE2-2737-C202271EBF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428" y="1784465"/>
            <a:ext cx="13962828" cy="36179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4"/>
          <p:cNvGrpSpPr/>
          <p:nvPr/>
        </p:nvGrpSpPr>
        <p:grpSpPr>
          <a:xfrm>
            <a:off x="735588" y="5318634"/>
            <a:ext cx="992463" cy="992463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77741" y="6425585"/>
            <a:ext cx="508158" cy="543805"/>
            <a:chOff x="0" y="0"/>
            <a:chExt cx="812800" cy="869819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663A130-069F-2D83-78E7-4DA0FE7AAC6E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156733-A733-69AA-7523-59650E125994}"/>
              </a:ext>
            </a:extLst>
          </p:cNvPr>
          <p:cNvSpPr txBox="1"/>
          <p:nvPr/>
        </p:nvSpPr>
        <p:spPr>
          <a:xfrm>
            <a:off x="190500" y="315938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4F3B99-A5D2-54DC-51CD-4E86A99D3EA2}"/>
              </a:ext>
            </a:extLst>
          </p:cNvPr>
          <p:cNvSpPr txBox="1"/>
          <p:nvPr/>
        </p:nvSpPr>
        <p:spPr>
          <a:xfrm>
            <a:off x="2209800" y="1638300"/>
            <a:ext cx="150823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dirty="0"/>
          </a:p>
          <a:p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US" sz="2800" dirty="0"/>
          </a:p>
          <a:p>
            <a:pPr marL="457200" indent="-457200">
              <a:buFontTx/>
              <a:buChar char="-"/>
            </a:pPr>
            <a:endParaRPr lang="en-IN" sz="2800" dirty="0"/>
          </a:p>
        </p:txBody>
      </p:sp>
      <p:pic>
        <p:nvPicPr>
          <p:cNvPr id="3" name="Picture 2" descr="A diagram of a workflow&#10;&#10;AI-generated content may be incorrect.">
            <a:extLst>
              <a:ext uri="{FF2B5EF4-FFF2-40B4-BE49-F238E27FC236}">
                <a16:creationId xmlns:a16="http://schemas.microsoft.com/office/drawing/2014/main" id="{5CB70045-5DFF-1322-8555-9B98CA3587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26" b="9469"/>
          <a:stretch>
            <a:fillRect/>
          </a:stretch>
        </p:blipFill>
        <p:spPr>
          <a:xfrm>
            <a:off x="3733800" y="1146935"/>
            <a:ext cx="11201400" cy="8187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9"/>
          <p:cNvGrpSpPr/>
          <p:nvPr/>
        </p:nvGrpSpPr>
        <p:grpSpPr>
          <a:xfrm>
            <a:off x="735588" y="5976927"/>
            <a:ext cx="992463" cy="99246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77741" y="7093216"/>
            <a:ext cx="508158" cy="543805"/>
            <a:chOff x="0" y="0"/>
            <a:chExt cx="812800" cy="86981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46" name="Freeform 10">
            <a:extLst>
              <a:ext uri="{FF2B5EF4-FFF2-40B4-BE49-F238E27FC236}">
                <a16:creationId xmlns:a16="http://schemas.microsoft.com/office/drawing/2014/main" id="{307389F6-23D0-83F6-DD02-F20D61DADE76}"/>
              </a:ext>
            </a:extLst>
          </p:cNvPr>
          <p:cNvSpPr/>
          <p:nvPr/>
        </p:nvSpPr>
        <p:spPr>
          <a:xfrm>
            <a:off x="16313420" y="910465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4ED097B-FECF-66E6-2A98-0F8B4D948FC8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6E9F5F9-CCF8-6F05-4C01-034C88D7529E}"/>
              </a:ext>
            </a:extLst>
          </p:cNvPr>
          <p:cNvSpPr txBox="1"/>
          <p:nvPr/>
        </p:nvSpPr>
        <p:spPr>
          <a:xfrm>
            <a:off x="1964754" y="1464486"/>
            <a:ext cx="15082325" cy="131420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</a:p>
          <a:p>
            <a:r>
              <a:rPr lang="en-US" sz="3200">
                <a:latin typeface="Times New Roman"/>
                <a:cs typeface="Times New Roman"/>
              </a:rPr>
              <a:t>     - HTML, CSS, J</a:t>
            </a:r>
            <a:r>
              <a:rPr lang="en-US" sz="3200">
                <a:latin typeface="Times New Roman"/>
                <a:ea typeface="+mn-lt"/>
                <a:cs typeface="Times New Roman"/>
              </a:rPr>
              <a:t>avaScript</a:t>
            </a:r>
            <a:endParaRPr lang="en-US" sz="3200">
              <a:latin typeface="Times New Roman"/>
              <a:cs typeface="Times New Roman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</a:t>
            </a:r>
          </a:p>
          <a:p>
            <a:r>
              <a:rPr lang="en-US" sz="3200">
                <a:ea typeface="+mn-lt"/>
                <a:cs typeface="+mn-lt"/>
              </a:rPr>
              <a:t>      -Node.js </a:t>
            </a:r>
            <a:endParaRPr lang="en-US" sz="3200" dirty="0">
              <a:latin typeface="Times New Roman"/>
              <a:cs typeface="Times New Roman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Times New Roman"/>
                <a:cs typeface="Times New Roman"/>
              </a:rPr>
              <a:t> Database: </a:t>
            </a:r>
          </a:p>
          <a:p>
            <a:r>
              <a:rPr lang="en-US" sz="3200">
                <a:latin typeface="Times New Roman"/>
                <a:cs typeface="Times New Roman"/>
              </a:rPr>
              <a:t>     - MySQL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</a:t>
            </a:r>
          </a:p>
          <a:p>
            <a:r>
              <a:rPr lang="en-US" sz="3200">
                <a:latin typeface="Times New Roman"/>
                <a:cs typeface="Times New Roman"/>
              </a:rPr>
              <a:t>     -</a:t>
            </a:r>
            <a:r>
              <a:rPr lang="en-US" sz="3200">
                <a:ea typeface="+mn-lt"/>
                <a:cs typeface="+mn-lt"/>
              </a:rPr>
              <a:t>Visual Studio Code (VS Code) </a:t>
            </a:r>
          </a:p>
          <a:p>
            <a:r>
              <a:rPr lang="en-US" sz="3200">
                <a:ea typeface="+mn-lt"/>
                <a:cs typeface="+mn-lt"/>
              </a:rPr>
              <a:t>      -MySQL Workbench </a:t>
            </a:r>
            <a:endParaRPr lang="en-US">
              <a:ea typeface="Calibri"/>
              <a:cs typeface="Calibri"/>
            </a:endParaRPr>
          </a:p>
          <a:p>
            <a:r>
              <a:rPr lang="en-US" sz="3200">
                <a:ea typeface="+mn-lt"/>
                <a:cs typeface="+mn-lt"/>
              </a:rPr>
              <a:t>      -Terminal / Command Line</a:t>
            </a:r>
            <a:endParaRPr lang="en-US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3200">
                <a:latin typeface="Times New Roman"/>
                <a:cs typeface="Times New Roman"/>
              </a:rPr>
              <a:t>Hardware/Software Requirements: </a:t>
            </a:r>
            <a:endParaRPr lang="en-US">
              <a:ea typeface="Calibri"/>
              <a:cs typeface="Calibri"/>
            </a:endParaRPr>
          </a:p>
          <a:p>
            <a:r>
              <a:rPr lang="en-US" sz="3200">
                <a:latin typeface="Times New Roman"/>
                <a:cs typeface="Times New Roman"/>
              </a:rPr>
              <a:t>     -System with minimum 4GB RAM</a:t>
            </a:r>
          </a:p>
          <a:p>
            <a:r>
              <a:rPr lang="en-US" sz="3200">
                <a:latin typeface="Times New Roman"/>
                <a:cs typeface="Times New Roman"/>
              </a:rPr>
              <a:t>     - JDK 8 or above</a:t>
            </a:r>
          </a:p>
          <a:p>
            <a:r>
              <a:rPr lang="en-US" sz="3200">
                <a:latin typeface="Times New Roman"/>
                <a:cs typeface="Times New Roman"/>
              </a:rPr>
              <a:t>     - MySQL Server</a:t>
            </a:r>
          </a:p>
          <a:p>
            <a:r>
              <a:rPr lang="en-US" sz="3200">
                <a:latin typeface="Times New Roman"/>
                <a:cs typeface="Times New Roman"/>
              </a:rPr>
              <a:t>     - Web Browser (Chrome)</a:t>
            </a: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US" sz="2800" dirty="0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endParaRPr lang="en-IN" sz="28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/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A1BCE7C-890E-A01E-691E-1D3D07CF6333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304C197-EAC7-7A26-FAED-ED7302DBEC6E}"/>
              </a:ext>
            </a:extLst>
          </p:cNvPr>
          <p:cNvSpPr txBox="1"/>
          <p:nvPr/>
        </p:nvSpPr>
        <p:spPr>
          <a:xfrm>
            <a:off x="2227934" y="1771084"/>
            <a:ext cx="15082325" cy="8463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2800" b="1" dirty="0"/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student registration, login, event viewing, event registration, and viewing registered events.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admin login, event creation, and viewing all student registrations.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Management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details, registration deadlines, duplicate checks, and event updates.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Module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registration reports where students see their own registrations and admin sees complete event summaries.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  <a:p>
            <a:endParaRPr lang="en-I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FBA1B-7EE7-47B6-41F3-C4B61A97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8CD5C70-566B-9213-9F31-546BB621CCAF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EBAE7EB-82E8-3AF5-3C43-EA7688F7325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94143A-C171-B89D-02DF-136CB32B43C9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A371D-2A07-AABC-E66C-143D37E0F12C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F7BDC7D-6911-7D85-E73A-2061DE32440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6DEA2241-E6A3-8051-F424-21070A5DF29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DD3D6A9-1C97-9943-C984-B50356BAE3FF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BB1489C-F4F8-D62E-3AD9-3CAA028A426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4A64A6E-EA7C-DFF0-C280-5041CD8B135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E5FF856-5043-C428-B45A-4C00BF9D3418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CFC7AF72-B76A-8AD8-7E70-BDE8837D662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F6C277EF-EDEF-0F79-B4B2-AB1B3E58301A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A32CD2C6-1D06-729E-1157-B2EAAEA172A4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A222D7EA-F7CE-B4F5-4D06-02860C5AC3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7F695A3-7B3D-00FE-26D6-E53B473BCF1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5A8D3527-DD17-232E-3ECB-BDBFC0FF3DE7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1C3EBC87-5F86-657B-5C0D-7DFFB3C4281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5638183B-03CC-91E5-1C67-EAD126FB6DA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8C4C8B82-0B52-9912-DBAF-71546B2F401E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371F41C0-C399-6E94-B393-623F6ED78C3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5375A05-CD15-FECF-CF37-72BD8B495C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FFA9D0CA-D989-1DF0-9CD9-7BB1BF37D00D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6D72D40E-C3C8-1774-56F7-396EA1F546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A94558C-EEEF-6159-C648-7ED1F2545B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8A0868D-7450-B2DC-5A6A-A607E39122E3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27C0AD0-E7DC-50B1-90B8-A6B2DA72DDA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B60539C-7696-ACA6-9070-BC481578187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0A2A8C1-A254-99B6-B7B0-C5A8A5BB008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814A5FC-F17C-8D1A-04C8-1ED6A2AE0E6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2EC11913-1FC3-79C0-FB94-72486D9673F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6CB89B22-25E1-321C-5A74-15CF8EBC7CA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35C6402D-9C63-51C1-99A9-4206C0537740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275A1-13FA-B24A-438D-77EB2A87B09F}"/>
              </a:ext>
            </a:extLst>
          </p:cNvPr>
          <p:cNvSpPr txBox="1"/>
          <p:nvPr/>
        </p:nvSpPr>
        <p:spPr>
          <a:xfrm>
            <a:off x="7696200" y="1372210"/>
            <a:ext cx="475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F7B352-25F0-36AE-794E-B41AB4C5DCC8}"/>
              </a:ext>
            </a:extLst>
          </p:cNvPr>
          <p:cNvSpPr txBox="1"/>
          <p:nvPr/>
        </p:nvSpPr>
        <p:spPr>
          <a:xfrm>
            <a:off x="3018137" y="7490120"/>
            <a:ext cx="12006125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3200" dirty="0">
                <a:latin typeface="Times New Roman"/>
                <a:cs typeface="Times New Roman"/>
              </a:rPr>
              <a:t>This is the main entry page of the </a:t>
            </a:r>
            <a:r>
              <a:rPr lang="en-US" sz="3200">
                <a:latin typeface="Times New Roman"/>
                <a:cs typeface="Times New Roman"/>
              </a:rPr>
              <a:t>system.</a:t>
            </a:r>
            <a:endParaRPr lang="en-US">
              <a:latin typeface="Times New Roman"/>
              <a:cs typeface="Times New Roman"/>
            </a:endParaRPr>
          </a:p>
          <a:p>
            <a:pPr marL="457200" indent="-457200">
              <a:buFont typeface="Wingdings"/>
              <a:buChar char="v"/>
            </a:pPr>
            <a:r>
              <a:rPr lang="en-US" sz="3200">
                <a:latin typeface="Times New Roman"/>
                <a:cs typeface="Times New Roman"/>
              </a:rPr>
              <a:t>Students</a:t>
            </a:r>
            <a:r>
              <a:rPr lang="en-US" sz="3200" dirty="0">
                <a:latin typeface="Times New Roman"/>
                <a:cs typeface="Times New Roman"/>
              </a:rPr>
              <a:t> can register or log in, and admin can log in from here.</a:t>
            </a:r>
            <a:endParaRPr lang="en-US" dirty="0">
              <a:latin typeface="Times New Roman"/>
              <a:cs typeface="Times New Roman"/>
            </a:endParaRPr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78A88C99-8BD9-110D-BADD-754478138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072" y="2175176"/>
            <a:ext cx="9867626" cy="472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01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CF319D-58F2-DF9E-632A-90472F50F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ADE101F0-A2BF-16E8-7BEC-541911EA9510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C43B1E5B-104E-DCD5-F042-8DABFE8225A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46A8601-B4CB-7C78-2833-947EEC356CD7}"/>
                </a:ext>
              </a:extLst>
            </p:cNvPr>
            <p:cNvSpPr txBox="1"/>
            <p:nvPr/>
          </p:nvSpPr>
          <p:spPr>
            <a:xfrm>
              <a:off x="76200" y="19050"/>
              <a:ext cx="7366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8(A)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1C63788E-DB35-987D-1A89-4C3F169DF70E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76646B6-C6D6-F677-3CA9-56BE5CE444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CDDAA79-D530-F622-0CC8-ECE3E95F952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8227745F-FD1B-7135-E88E-D6B924C5CB24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9292FA3-A80E-1540-0024-754AADCDB01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A8C7117-591A-F089-5F54-0229077FDEA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29278237-7990-A997-2285-EB2F5BB4EF44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F37C1434-DB0E-53EF-4140-56A0F3CD6EAB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4FC388C1-59EC-CA17-BA41-9AF3AAD42D8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90F65A21-E49B-9858-6EAD-EBC3142E623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FDE14F0-9F59-E35F-B5B7-45C77C56354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E1181869-B448-2B7A-67F5-160B09C76D9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8B27AB66-420C-E7D0-5891-910B564CA2C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0605CE2-624E-D2DA-6357-65C5FA138C6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DA9B1286-A8A4-091B-5AF9-F0B275F703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27DF020-AEA7-8D57-9411-90D58D65D05B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00BA2729-D580-CF8D-87CD-EE786F2E40E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F0B6F8BA-7047-AE2A-DB03-E6846F9FAEA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B5DE7324-71F9-1D79-AB1E-F97481653389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E780ED4E-44DF-E344-CCEA-834D1374F6A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AC7D9CD8-E54E-AD67-D59B-5D4A37A1B41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3560347-DE50-10F7-9905-7228E593D28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1B9E463A-B010-8D72-6350-7242CB0AAF5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C15BE220-858E-1446-5B56-D3329A06A997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98F156A3-70B1-1344-389E-4B3C64CA921F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A36A5C58-00A3-2FE9-36E4-D92AAF44A0F5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BADF0EED-F663-F70E-9BB3-C0F576114D0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54542349-F329-7DA6-DBD4-7EFA939B9892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B6CAD810-8433-9B89-E144-29986E25063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4B656C-F43C-A151-4566-7E0B3BBECF45}"/>
              </a:ext>
            </a:extLst>
          </p:cNvPr>
          <p:cNvSpPr txBox="1"/>
          <p:nvPr/>
        </p:nvSpPr>
        <p:spPr>
          <a:xfrm>
            <a:off x="6356023" y="1369134"/>
            <a:ext cx="4579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LOGIN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A1E25-03A2-030F-B662-D986C4F0FAEF}"/>
              </a:ext>
            </a:extLst>
          </p:cNvPr>
          <p:cNvSpPr txBox="1"/>
          <p:nvPr/>
        </p:nvSpPr>
        <p:spPr>
          <a:xfrm>
            <a:off x="3042045" y="6955126"/>
            <a:ext cx="10349308" cy="95410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latin typeface="Times New Roman"/>
                <a:cs typeface="Times New Roman"/>
              </a:rPr>
              <a:t>This page allows the admin to log in using username and password.</a:t>
            </a:r>
          </a:p>
          <a:p>
            <a:pPr marL="457200" indent="-457200">
              <a:buFont typeface="Wingdings"/>
              <a:buChar char="v"/>
            </a:pPr>
            <a:r>
              <a:rPr lang="en-US" sz="2800">
                <a:latin typeface="Times New Roman"/>
                <a:cs typeface="Times New Roman"/>
              </a:rPr>
              <a:t>After successful login, the admin can view registration reports.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55A307E-62BA-E46F-45EB-D410C409CB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431" y="2257572"/>
            <a:ext cx="11240871" cy="396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187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4F051-5473-4E78-FEB2-59A87A5FBB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66BE183E-F015-FFD4-5C84-C25B4DCE490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3AEC1772-D597-ACC7-7EF1-FF0460F37AA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6839344-8B05-5C56-F0B1-64E24F458991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8(B)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3B54700-9ABF-8EDD-8B21-24A9248C534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B99246F8-F6B5-2F2E-2FB4-FAE1DD41DCC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7CDDD7B-8A9B-223F-951A-473D0C9404F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B3E1A8FC-D0F1-BD05-9C14-C10EAE95E57E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B5FB4E-3BF3-BC6A-6692-FE375141E45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38F8F103-F0A5-8F95-A139-8DBEBEF19C2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8C558648-2D59-16EB-3098-EAF5DE978B1F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B168779D-5467-4E78-AD1E-36B5A75A3474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8AFC0BB4-20A4-849D-A1E4-FA90A8DDCC7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700D33AC-D53D-0E96-8752-E5DA06AE57A5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4DABAFB-38B3-CE49-B21D-A496D7EC2A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BE27A610-3BC0-BFBC-2A61-4C157B024EF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6C0E28B4-531C-D2E1-F3C9-B5A98A28B69D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C193347-3923-7F1F-A580-A7462B158EC5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C5DDC20D-7BD0-E255-26F1-86A88AF67CF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9DBB21A1-CAFF-686E-D181-980219283F7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5531A9C5-B561-53EA-BF9A-3BE6A607C1B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D8870C21-3327-4D63-FD34-36BC479967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4D7C3EBE-FA20-7E4C-13DD-84F1A98618F6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C1E3AE62-1B2B-FE1E-010C-A26C4F613A6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CDA04BD5-C99C-980C-6593-EDEA378D6C3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77207A6-9552-432B-0793-EB6A88EE3C10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7447A1E-BA0C-26C0-C743-E590A55A653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8D425BCC-6A0F-30CB-18E7-D1E21E871D9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35F87FC1-4854-F9D4-8104-40945AD6A772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C7CF20EF-980A-2D88-E968-DCB5B8BC6CF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A7A686B7-4E4C-A5FA-60CD-A6EFF9DEAD8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3ECD8D52-6368-578C-BEB2-0B1BA37FD45D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38323CF-7DCB-075F-B739-0F88472F060D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4BEB7-42CD-115A-E499-D08EC2B51735}"/>
              </a:ext>
            </a:extLst>
          </p:cNvPr>
          <p:cNvSpPr txBox="1"/>
          <p:nvPr/>
        </p:nvSpPr>
        <p:spPr>
          <a:xfrm>
            <a:off x="4063157" y="1270883"/>
            <a:ext cx="105302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EVENT REGISTRATION SUMMARY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D8491B-92E9-5A7F-1666-190C36EBD9A8}"/>
              </a:ext>
            </a:extLst>
          </p:cNvPr>
          <p:cNvSpPr txBox="1"/>
          <p:nvPr/>
        </p:nvSpPr>
        <p:spPr>
          <a:xfrm>
            <a:off x="3197777" y="7186318"/>
            <a:ext cx="13815556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latin typeface="Times New Roman"/>
                <a:ea typeface="+mn-lt"/>
                <a:cs typeface="Times New Roman"/>
              </a:rPr>
              <a:t>The admin dashboard allows viewing registered students and managing event details efficiently.</a:t>
            </a:r>
            <a:endParaRPr lang="en-US" sz="2800" dirty="0"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Wingdings"/>
              <a:buChar char="v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 Admin can add new events and delete existing events, ensuring proper event management.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endParaRPr lang="en-US" sz="2400" dirty="0">
              <a:ea typeface="Calibri"/>
              <a:cs typeface="Calibri"/>
            </a:endParaRPr>
          </a:p>
        </p:txBody>
      </p:sp>
      <p:pic>
        <p:nvPicPr>
          <p:cNvPr id="41" name="Picture 4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CA2A63AE-59D1-9E61-812A-4ABCD8B42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3184" y="2195545"/>
            <a:ext cx="7654868" cy="4678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2AA6E-1A8C-A42D-344E-C811AB58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EB7F1E1F-336A-607D-2868-6C57FF54EB44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3528BA9-EE0E-A6F8-4A8C-6DFC964B20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E25C449-B344-E643-12F7-C89DEE4255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8(C)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4C22D2BC-F5CA-423B-6FD6-94172693045D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F6670B32-1168-757A-3D40-FDD55687DCF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D3BB7FD-57C6-C09A-D875-135D505A8E1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67A86AC-A2D1-3F33-5857-9F69983F71BB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D9EADC3C-D136-0700-9300-4D8E867EC53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A8EAD5F3-3FC4-819A-6ECD-0BC55C92A2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1671F77B-B3A5-F8B6-AC67-6EF88CA95877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1303025A-EF3E-710E-2DBD-D89F29B8499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76E7D281-CC96-92C2-C2F7-583674F0609D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E0D02FED-C5F4-9CC7-F1F5-E75E542840A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384D1E33-434F-2FA0-56CC-F24058D863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F2FC0DCA-FB2A-610C-A8DB-76CE251A57D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4CA1DB61-05A2-042F-9815-00DBC40D0556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67E4E958-360B-28EF-052B-EDDBDD5F40F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EDBF5CC-2720-E821-001C-11BCB7273E26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6B96629A-6996-B0D7-13D6-0FA011422666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912F1ED8-E3AD-E90A-10CE-D50A8F7D91A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00E45F23-6E8F-F601-2EB3-537A898E704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A40D6715-3580-0B1B-2305-C7ED6083AE85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11A59530-4B7F-6C6B-290E-578EA30200D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BDCE736-251A-5B70-853E-A0A9A174F36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8249BDCF-E07B-269B-D039-A4360C0FE2B4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6F6B04FD-3FAC-90A2-4C1A-D809D058C0A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BEE5C092-697C-26F6-D6E0-477F151E7C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FF80FEAE-01A3-1956-FB30-BED14CA86273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2E8D2AB5-8B00-D9B4-469D-07CAE4ECF9C8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F9F17E25-114F-438B-701A-7788D333F3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1C4B6667-B2EE-BA32-402F-04368D88D5C4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9B953180-DB27-F046-86E3-E3508247B406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EA5319-0B33-07AE-8C86-82D029FBFC53}"/>
              </a:ext>
            </a:extLst>
          </p:cNvPr>
          <p:cNvSpPr txBox="1"/>
          <p:nvPr/>
        </p:nvSpPr>
        <p:spPr>
          <a:xfrm>
            <a:off x="5614848" y="1275323"/>
            <a:ext cx="6982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REGISTRATION PAGE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F26A9F-DD99-C913-ADE0-2182717D1411}"/>
              </a:ext>
            </a:extLst>
          </p:cNvPr>
          <p:cNvSpPr txBox="1"/>
          <p:nvPr/>
        </p:nvSpPr>
        <p:spPr>
          <a:xfrm>
            <a:off x="2518030" y="7123119"/>
            <a:ext cx="1359255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ea typeface="+mn-lt"/>
                <a:cs typeface="+mn-lt"/>
              </a:rPr>
              <a:t>The</a:t>
            </a:r>
            <a:r>
              <a:rPr lang="en-US" sz="2800" dirty="0">
                <a:ea typeface="+mn-lt"/>
                <a:cs typeface="+mn-lt"/>
              </a:rPr>
              <a:t> registration form collects user details such as name, email, department, </a:t>
            </a:r>
            <a:r>
              <a:rPr lang="en-US" sz="2800">
                <a:ea typeface="+mn-lt"/>
                <a:cs typeface="+mn-lt"/>
              </a:rPr>
              <a:t>college, and event ID for event participation.</a:t>
            </a:r>
            <a:endParaRPr lang="en-US" sz="2800" dirty="0">
              <a:ea typeface="+mn-lt"/>
              <a:cs typeface="+mn-lt"/>
            </a:endParaRPr>
          </a:p>
          <a:p>
            <a:pPr marL="457200" indent="-457200">
              <a:buFont typeface="Wingdings"/>
              <a:buChar char="v"/>
            </a:pPr>
            <a:r>
              <a:rPr lang="en-US" sz="2800" dirty="0">
                <a:ea typeface="+mn-lt"/>
                <a:cs typeface="+mn-lt"/>
              </a:rPr>
              <a:t>It allows users to submit their information easily to complete the event registration process.</a:t>
            </a:r>
            <a:endParaRPr lang="en-US" sz="2800" dirty="0">
              <a:ea typeface="Calibri"/>
              <a:cs typeface="Calibri"/>
            </a:endParaRPr>
          </a:p>
        </p:txBody>
      </p:sp>
      <p:pic>
        <p:nvPicPr>
          <p:cNvPr id="3" name="Picture 2" descr="A black background with blue lines&#10;&#10;AI-generated content may be incorrect.">
            <a:extLst>
              <a:ext uri="{FF2B5EF4-FFF2-40B4-BE49-F238E27FC236}">
                <a16:creationId xmlns:a16="http://schemas.microsoft.com/office/drawing/2014/main" id="{AD3E16A7-ADFF-88FB-BE3D-421346BD21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482" y="2256397"/>
            <a:ext cx="10972115" cy="449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9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4187AC-E56D-5248-F9F8-F5819C57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D4698480-3D06-6C58-CC82-514734E15838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78F37E3-9B93-AE02-B772-F48C6293BD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1747B5E-A627-0449-CE02-72B6098B13C3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8(E)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A64CB8F7-3AF6-1108-C2B9-D0A36C8001F3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62139128-5DB5-9091-1EAD-1C4F6BE05D50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30CBD1B-53B1-4636-FD1D-91577A0C8D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410E973D-0968-4727-AB5B-25210BD28300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E544A67-1499-6935-078D-E0C134B80E4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EC4E02B-3198-170E-31F6-7642637E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B8A07A4F-29B4-6D7C-CAD2-7B1880D5C6C2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2E478581-ED86-E21F-B670-CF396BC13F1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3C563404-D40A-FFCF-E8B0-59B0612F483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62852ABF-D3E8-3145-353E-DB9CD5A0358A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D53BFC7-569D-2097-71C6-AD4B06A0540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1A969066-7E6C-A393-697B-C2B8288F380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0AB29B4C-914B-3081-4A26-9699046DBB1F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84E7F527-3EA9-E1B0-115B-84CAFABAD0A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4CB64685-9C4E-3801-4B04-9495B0A687C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40A4FFA3-C06C-EFC1-FED9-D3C9BE4AF7F8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C69A5603-4080-5790-D408-3450AD345E9C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72CE0E3B-8A44-0A02-B5CD-06E5D5657274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E546AA40-7AD8-329D-732B-A16E9C74A6B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2C6108D9-85DD-5FC8-5F9A-AD694A2936E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9C216D88-6B8A-D410-37D5-74E902DBBDAC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EF0B99ED-54A8-92EE-9898-C398304DB3A6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21DAB2AB-54CF-9FD8-B1E4-010149B5A56D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5F9B3B8E-4644-702F-1E0C-85D9FCEEBDD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882A71B6-8CB0-B2D3-6506-8389FFA7796C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F37468C3-FA46-705E-2C80-C92F1BCAB64E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14817118-C86D-9A56-1750-6D9A7B14FA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809C7EDF-3E23-4F47-EE6E-F95650E4BE7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5B5C05DB-C1E0-9450-77CA-B6B80B5CBB0E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BCB4C5-324C-67C9-CC0B-35657F84271E}"/>
              </a:ext>
            </a:extLst>
          </p:cNvPr>
          <p:cNvSpPr txBox="1"/>
          <p:nvPr/>
        </p:nvSpPr>
        <p:spPr>
          <a:xfrm>
            <a:off x="6392769" y="1146935"/>
            <a:ext cx="58710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EVENTS PAGE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2B7B29F-4D57-0625-E71E-CBCAA1757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4523" y="2050034"/>
            <a:ext cx="12830175" cy="3933825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5B22F68-A246-B2E6-ABB9-180177C80B70}"/>
              </a:ext>
            </a:extLst>
          </p:cNvPr>
          <p:cNvSpPr txBox="1"/>
          <p:nvPr/>
        </p:nvSpPr>
        <p:spPr>
          <a:xfrm>
            <a:off x="2540914" y="6829219"/>
            <a:ext cx="14036695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v"/>
            </a:pPr>
            <a:r>
              <a:rPr lang="en-US" sz="2800">
                <a:latin typeface="Times New Roman"/>
                <a:cs typeface="Times New Roman"/>
              </a:rPr>
              <a:t>This page displays all available events with details like category, date, and event ID for easy selection.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marL="285750" indent="-285750">
              <a:buFont typeface="Wingdings"/>
              <a:buChar char="v"/>
            </a:pPr>
            <a:r>
              <a:rPr lang="en-US" sz="2800">
                <a:latin typeface="Times New Roman"/>
                <a:cs typeface="Times New Roman"/>
              </a:rPr>
              <a:t>Users can quickly register for any event by clicking the register button.</a:t>
            </a:r>
            <a:endParaRPr lang="en-US" sz="2800">
              <a:latin typeface="Times New Roman"/>
              <a:ea typeface="Calibri"/>
              <a:cs typeface="Times New Roman"/>
            </a:endParaRPr>
          </a:p>
          <a:p>
            <a:pPr algn="ctr"/>
            <a:endParaRPr lang="en-US" sz="28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836217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75FEFF-7E92-B3A8-1EFF-C2E229189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78077174-DDD1-7261-93EF-68F5BEE6DA5A}"/>
              </a:ext>
            </a:extLst>
          </p:cNvPr>
          <p:cNvGrpSpPr/>
          <p:nvPr/>
        </p:nvGrpSpPr>
        <p:grpSpPr>
          <a:xfrm>
            <a:off x="735588" y="6653894"/>
            <a:ext cx="992463" cy="992463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DC13E98-A2B0-B258-B938-405E97116FA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B3A2114-F634-473F-F799-A871DB7EBC65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002060"/>
                  </a:solidFill>
                  <a:latin typeface="Gotham"/>
                  <a:ea typeface="Gotham"/>
                  <a:cs typeface="Gotham"/>
                  <a:sym typeface="Gotham"/>
                </a:rPr>
                <a:t>8(F)</a:t>
              </a:r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010598B-6D40-7127-4E1A-27F2C18263D0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24D06339-A381-F732-B107-073E7C4E0849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2250B92-386A-0290-B2A9-623C451A30A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BF87B87-7EF0-0B86-A6D9-CDE48B92AE85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A776EE4-7AC0-8400-C960-BEB7E5F8F796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B1CC29D1-2E74-25E1-D5C4-FF4FCB787BB1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ACDBD1B3-EFE3-52A7-74CE-F95EF4A17A83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8E94E15C-838C-0767-66FF-251DB9DBC53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5C562C6F-CB2D-55B2-7A45-D1887B7720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D90268BE-7543-A824-F154-1366723F8599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1732C978-33E1-5F71-C647-C61B2E9EBA4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5758969F-BB60-9805-E53D-B8FA41B1E6B3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2" name="Group 22">
            <a:extLst>
              <a:ext uri="{FF2B5EF4-FFF2-40B4-BE49-F238E27FC236}">
                <a16:creationId xmlns:a16="http://schemas.microsoft.com/office/drawing/2014/main" id="{FD1BA0F9-F450-FD66-25BA-A72EA8928798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3" name="Freeform 23">
              <a:extLst>
                <a:ext uri="{FF2B5EF4-FFF2-40B4-BE49-F238E27FC236}">
                  <a16:creationId xmlns:a16="http://schemas.microsoft.com/office/drawing/2014/main" id="{FD0223AC-3B88-6694-EF4A-A31EC8868F0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4" name="TextBox 24">
              <a:extLst>
                <a:ext uri="{FF2B5EF4-FFF2-40B4-BE49-F238E27FC236}">
                  <a16:creationId xmlns:a16="http://schemas.microsoft.com/office/drawing/2014/main" id="{BBA97716-9B4B-102A-706D-FAE65E3E198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5" name="Group 25">
            <a:extLst>
              <a:ext uri="{FF2B5EF4-FFF2-40B4-BE49-F238E27FC236}">
                <a16:creationId xmlns:a16="http://schemas.microsoft.com/office/drawing/2014/main" id="{3C615E94-0835-B71B-FBEE-B64BA27E9B21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6" name="Freeform 26">
              <a:extLst>
                <a:ext uri="{FF2B5EF4-FFF2-40B4-BE49-F238E27FC236}">
                  <a16:creationId xmlns:a16="http://schemas.microsoft.com/office/drawing/2014/main" id="{6A93EDA1-78CC-298E-1D82-1A311323A0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7" name="TextBox 27">
              <a:extLst>
                <a:ext uri="{FF2B5EF4-FFF2-40B4-BE49-F238E27FC236}">
                  <a16:creationId xmlns:a16="http://schemas.microsoft.com/office/drawing/2014/main" id="{A8857637-3848-EBFA-4704-7041674EB34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8" name="Group 28">
            <a:extLst>
              <a:ext uri="{FF2B5EF4-FFF2-40B4-BE49-F238E27FC236}">
                <a16:creationId xmlns:a16="http://schemas.microsoft.com/office/drawing/2014/main" id="{207FF2B0-68E9-88CF-F6C0-60561B6F8A9B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BB341B07-B3B0-765C-7A54-FE873BEEA2E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0" name="TextBox 30">
              <a:extLst>
                <a:ext uri="{FF2B5EF4-FFF2-40B4-BE49-F238E27FC236}">
                  <a16:creationId xmlns:a16="http://schemas.microsoft.com/office/drawing/2014/main" id="{2BE56054-9829-93E0-CE0C-F0CF759CF42E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31" name="Group 31">
            <a:extLst>
              <a:ext uri="{FF2B5EF4-FFF2-40B4-BE49-F238E27FC236}">
                <a16:creationId xmlns:a16="http://schemas.microsoft.com/office/drawing/2014/main" id="{A958F60C-0BFC-7F35-CDF1-0E8CE6AEA0CE}"/>
              </a:ext>
            </a:extLst>
          </p:cNvPr>
          <p:cNvGrpSpPr/>
          <p:nvPr/>
        </p:nvGrpSpPr>
        <p:grpSpPr>
          <a:xfrm>
            <a:off x="977741" y="7760846"/>
            <a:ext cx="508158" cy="543805"/>
            <a:chOff x="0" y="0"/>
            <a:chExt cx="812800" cy="869819"/>
          </a:xfrm>
        </p:grpSpPr>
        <p:sp>
          <p:nvSpPr>
            <p:cNvPr id="32" name="Freeform 32">
              <a:extLst>
                <a:ext uri="{FF2B5EF4-FFF2-40B4-BE49-F238E27FC236}">
                  <a16:creationId xmlns:a16="http://schemas.microsoft.com/office/drawing/2014/main" id="{DB9F76F1-3F68-DF56-E14A-D7F0C2F0F7A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3" name="TextBox 33">
              <a:extLst>
                <a:ext uri="{FF2B5EF4-FFF2-40B4-BE49-F238E27FC236}">
                  <a16:creationId xmlns:a16="http://schemas.microsoft.com/office/drawing/2014/main" id="{9E71D209-7837-18EA-916E-D02A268A181B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DD06A2D2-CD2D-2EF2-7CC6-760B405DC5EB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5" name="Group 35">
            <a:extLst>
              <a:ext uri="{FF2B5EF4-FFF2-40B4-BE49-F238E27FC236}">
                <a16:creationId xmlns:a16="http://schemas.microsoft.com/office/drawing/2014/main" id="{BEFBBDC0-D865-38C7-B786-4ADA9DBAED2F}"/>
              </a:ext>
            </a:extLst>
          </p:cNvPr>
          <p:cNvGrpSpPr/>
          <p:nvPr/>
        </p:nvGrpSpPr>
        <p:grpSpPr>
          <a:xfrm>
            <a:off x="17170670" y="-178579"/>
            <a:ext cx="10994424" cy="10994424"/>
            <a:chOff x="0" y="0"/>
            <a:chExt cx="812800" cy="812800"/>
          </a:xfrm>
        </p:grpSpPr>
        <p:sp>
          <p:nvSpPr>
            <p:cNvPr id="36" name="Freeform 36">
              <a:extLst>
                <a:ext uri="{FF2B5EF4-FFF2-40B4-BE49-F238E27FC236}">
                  <a16:creationId xmlns:a16="http://schemas.microsoft.com/office/drawing/2014/main" id="{34EF92F2-654B-6A8E-1D3A-A32ECFC3A9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514350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37" name="TextBox 37">
              <a:extLst>
                <a:ext uri="{FF2B5EF4-FFF2-40B4-BE49-F238E27FC236}">
                  <a16:creationId xmlns:a16="http://schemas.microsoft.com/office/drawing/2014/main" id="{2A80EFC7-7710-7696-3046-AA900A94A195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D5B96202-A31A-E367-A77D-A41693B6B74F}"/>
              </a:ext>
            </a:extLst>
          </p:cNvPr>
          <p:cNvSpPr txBox="1"/>
          <p:nvPr/>
        </p:nvSpPr>
        <p:spPr>
          <a:xfrm>
            <a:off x="152400" y="342900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D6EE82-BF90-3D0B-D5EE-A3CD8BF1A43D}"/>
              </a:ext>
            </a:extLst>
          </p:cNvPr>
          <p:cNvSpPr txBox="1"/>
          <p:nvPr/>
        </p:nvSpPr>
        <p:spPr>
          <a:xfrm>
            <a:off x="5159316" y="1171604"/>
            <a:ext cx="8379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REGISTERED EVENTS PAGE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210EEBE-2712-45B4-8BC4-EDB278409951}"/>
              </a:ext>
            </a:extLst>
          </p:cNvPr>
          <p:cNvSpPr txBox="1"/>
          <p:nvPr/>
        </p:nvSpPr>
        <p:spPr>
          <a:xfrm>
            <a:off x="2085681" y="6669077"/>
            <a:ext cx="14375641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latin typeface="Times New Roman"/>
                <a:ea typeface="+mn-lt"/>
                <a:cs typeface="Times New Roman"/>
              </a:rPr>
              <a:t>This section displays the list of registered students along with their details such as name, email, department, college, and selected event.</a:t>
            </a:r>
          </a:p>
          <a:p>
            <a:pPr marL="457200" indent="-457200">
              <a:buFont typeface="Wingdings"/>
              <a:buChar char="v"/>
            </a:pPr>
            <a:r>
              <a:rPr lang="en-US" sz="2800" dirty="0">
                <a:latin typeface="Times New Roman"/>
                <a:ea typeface="+mn-lt"/>
                <a:cs typeface="Times New Roman"/>
              </a:rPr>
              <a:t>️Admin can manage registrations by viewing and deleting student entries directly from the table.</a:t>
            </a:r>
            <a:endParaRPr lang="en-US" sz="2800">
              <a:latin typeface="Times New Roman"/>
              <a:cs typeface="Times New Roman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A6418DB-DCF3-ABC6-97B1-F3D258A961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352" y="2251738"/>
            <a:ext cx="13520430" cy="3842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093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EBAB55-7601-3C41-6F10-EE0F67F77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B9E2C662-B058-485B-BFC3-199F93F6D154}"/>
              </a:ext>
            </a:extLst>
          </p:cNvPr>
          <p:cNvGrpSpPr/>
          <p:nvPr/>
        </p:nvGrpSpPr>
        <p:grpSpPr>
          <a:xfrm>
            <a:off x="735588" y="7321525"/>
            <a:ext cx="992463" cy="992463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25CA7A-BCD4-5B7F-7069-AE7F5BD10A9F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6220"/>
            </a:solidFill>
          </p:spPr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E08158-57E2-530C-A7FD-5AF72088CFEA}"/>
                </a:ext>
              </a:extLst>
            </p:cNvPr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699">
                  <a:solidFill>
                    <a:srgbClr val="FFFEFE"/>
                  </a:solidFill>
                  <a:latin typeface="Gotham"/>
                  <a:ea typeface="Gotham"/>
                  <a:cs typeface="Gotham"/>
                  <a:sym typeface="Gotham"/>
                </a:rPr>
                <a:t>9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CB09EB64-B1EE-DA7A-E7DC-97163FE53167}"/>
              </a:ext>
            </a:extLst>
          </p:cNvPr>
          <p:cNvGrpSpPr/>
          <p:nvPr/>
        </p:nvGrpSpPr>
        <p:grpSpPr>
          <a:xfrm>
            <a:off x="977741" y="3315742"/>
            <a:ext cx="508158" cy="543805"/>
            <a:chOff x="0" y="0"/>
            <a:chExt cx="812800" cy="869819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B04A57D-53E9-134E-70C7-51485932A21F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C0A25AD-0459-BAEA-2E7B-0D9279AE1BC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3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0EBC171-BEE8-2D5E-8755-EE50B2570259}"/>
              </a:ext>
            </a:extLst>
          </p:cNvPr>
          <p:cNvGrpSpPr/>
          <p:nvPr/>
        </p:nvGrpSpPr>
        <p:grpSpPr>
          <a:xfrm>
            <a:off x="977741" y="1982349"/>
            <a:ext cx="508158" cy="543805"/>
            <a:chOff x="0" y="0"/>
            <a:chExt cx="812800" cy="869819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E4000A93-AB8F-B573-E218-7434988FD581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1228826C-BC2E-0DA0-107F-341F9D1A494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1</a:t>
              </a:r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7FD594E4-E181-FD3B-1C72-DE2D718C274A}"/>
              </a:ext>
            </a:extLst>
          </p:cNvPr>
          <p:cNvGrpSpPr/>
          <p:nvPr/>
        </p:nvGrpSpPr>
        <p:grpSpPr>
          <a:xfrm>
            <a:off x="977741" y="3983373"/>
            <a:ext cx="508158" cy="543805"/>
            <a:chOff x="0" y="0"/>
            <a:chExt cx="812800" cy="869819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C16DA90C-521A-EFE9-8EE9-CB3967A50953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A678428-7466-DB88-0126-41232DE4A0D2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4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1D279A8-BDAA-B12E-DD4B-9978E9D5005C}"/>
              </a:ext>
            </a:extLst>
          </p:cNvPr>
          <p:cNvGrpSpPr/>
          <p:nvPr/>
        </p:nvGrpSpPr>
        <p:grpSpPr>
          <a:xfrm>
            <a:off x="977741" y="2648112"/>
            <a:ext cx="508158" cy="543805"/>
            <a:chOff x="0" y="0"/>
            <a:chExt cx="812800" cy="869819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308F1BB3-7F58-DE0C-71F1-9782E0906192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5F43F9B-B904-0414-7AA7-1E7959C4C9E9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2</a:t>
              </a:r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311E9EBB-A9CE-A64F-FF44-F82C0D52AC32}"/>
              </a:ext>
            </a:extLst>
          </p:cNvPr>
          <p:cNvGrpSpPr/>
          <p:nvPr/>
        </p:nvGrpSpPr>
        <p:grpSpPr>
          <a:xfrm>
            <a:off x="977741" y="5318634"/>
            <a:ext cx="508158" cy="543805"/>
            <a:chOff x="0" y="0"/>
            <a:chExt cx="812800" cy="8698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DED3A9EA-E50F-553B-EDAA-87F95FD22807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7E9C7CEA-D993-4107-0776-54AC90E20625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6</a:t>
              </a:r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7B397A27-1CC9-9661-DA24-10B3E1042399}"/>
              </a:ext>
            </a:extLst>
          </p:cNvPr>
          <p:cNvGrpSpPr/>
          <p:nvPr/>
        </p:nvGrpSpPr>
        <p:grpSpPr>
          <a:xfrm>
            <a:off x="977741" y="4651003"/>
            <a:ext cx="508158" cy="543805"/>
            <a:chOff x="0" y="0"/>
            <a:chExt cx="812800" cy="869819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2A8CD899-9C63-11A3-805F-4CA0E12C7CB8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1976C224-9A36-532E-5E8B-B738C9FBC3FF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5</a:t>
              </a:r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E8CFE39F-6666-6E69-8980-5B55F6D56478}"/>
              </a:ext>
            </a:extLst>
          </p:cNvPr>
          <p:cNvGrpSpPr/>
          <p:nvPr/>
        </p:nvGrpSpPr>
        <p:grpSpPr>
          <a:xfrm>
            <a:off x="977741" y="5986264"/>
            <a:ext cx="508158" cy="543805"/>
            <a:chOff x="0" y="0"/>
            <a:chExt cx="812800" cy="869819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F859737D-AFDF-BDFC-6651-3B954F2DD46E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B7B59B44-AD68-1549-9F86-A09D82459B58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7</a:t>
              </a:r>
            </a:p>
          </p:txBody>
        </p:sp>
      </p:grpSp>
      <p:grpSp>
        <p:nvGrpSpPr>
          <p:cNvPr id="29" name="Group 29">
            <a:extLst>
              <a:ext uri="{FF2B5EF4-FFF2-40B4-BE49-F238E27FC236}">
                <a16:creationId xmlns:a16="http://schemas.microsoft.com/office/drawing/2014/main" id="{3FACABC2-D51C-1EF5-0D1B-34B410283F2E}"/>
              </a:ext>
            </a:extLst>
          </p:cNvPr>
          <p:cNvGrpSpPr/>
          <p:nvPr/>
        </p:nvGrpSpPr>
        <p:grpSpPr>
          <a:xfrm>
            <a:off x="977741" y="6653894"/>
            <a:ext cx="508158" cy="543805"/>
            <a:chOff x="0" y="0"/>
            <a:chExt cx="812800" cy="869819"/>
          </a:xfrm>
        </p:grpSpPr>
        <p:sp>
          <p:nvSpPr>
            <p:cNvPr id="30" name="Freeform 30">
              <a:extLst>
                <a:ext uri="{FF2B5EF4-FFF2-40B4-BE49-F238E27FC236}">
                  <a16:creationId xmlns:a16="http://schemas.microsoft.com/office/drawing/2014/main" id="{6DD43112-BD1E-86D9-D9C6-3C97559FC56A}"/>
                </a:ext>
              </a:extLst>
            </p:cNvPr>
            <p:cNvSpPr/>
            <p:nvPr/>
          </p:nvSpPr>
          <p:spPr>
            <a:xfrm>
              <a:off x="0" y="0"/>
              <a:ext cx="812800" cy="869819"/>
            </a:xfrm>
            <a:custGeom>
              <a:avLst/>
              <a:gdLst/>
              <a:ahLst/>
              <a:cxnLst/>
              <a:rect l="l" t="t" r="r" b="b"/>
              <a:pathLst>
                <a:path w="812800" h="869819">
                  <a:moveTo>
                    <a:pt x="406400" y="0"/>
                  </a:moveTo>
                  <a:cubicBezTo>
                    <a:pt x="181951" y="0"/>
                    <a:pt x="0" y="194716"/>
                    <a:pt x="0" y="434909"/>
                  </a:cubicBezTo>
                  <a:cubicBezTo>
                    <a:pt x="0" y="675103"/>
                    <a:pt x="181951" y="869819"/>
                    <a:pt x="406400" y="869819"/>
                  </a:cubicBezTo>
                  <a:cubicBezTo>
                    <a:pt x="630849" y="869819"/>
                    <a:pt x="812800" y="675103"/>
                    <a:pt x="812800" y="434909"/>
                  </a:cubicBezTo>
                  <a:cubicBezTo>
                    <a:pt x="812800" y="194716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EFE"/>
            </a:solidFill>
            <a:ln w="9525" cap="sq">
              <a:solidFill>
                <a:srgbClr val="FD6220"/>
              </a:solidFill>
              <a:prstDash val="solid"/>
              <a:miter/>
            </a:ln>
          </p:spPr>
        </p:sp>
        <p:sp>
          <p:nvSpPr>
            <p:cNvPr id="31" name="TextBox 31">
              <a:extLst>
                <a:ext uri="{FF2B5EF4-FFF2-40B4-BE49-F238E27FC236}">
                  <a16:creationId xmlns:a16="http://schemas.microsoft.com/office/drawing/2014/main" id="{C34845E4-4A4B-0A81-5A55-140048165790}"/>
                </a:ext>
              </a:extLst>
            </p:cNvPr>
            <p:cNvSpPr txBox="1"/>
            <p:nvPr/>
          </p:nvSpPr>
          <p:spPr>
            <a:xfrm>
              <a:off x="76200" y="52970"/>
              <a:ext cx="660400" cy="7353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191919"/>
                  </a:solidFill>
                  <a:latin typeface="Gotham"/>
                  <a:ea typeface="Gotham"/>
                  <a:cs typeface="Gotham"/>
                  <a:sym typeface="Gotham"/>
                </a:rPr>
                <a:t>8</a:t>
              </a:r>
            </a:p>
          </p:txBody>
        </p:sp>
      </p:grpSp>
      <p:sp>
        <p:nvSpPr>
          <p:cNvPr id="32" name="Freeform 32">
            <a:extLst>
              <a:ext uri="{FF2B5EF4-FFF2-40B4-BE49-F238E27FC236}">
                <a16:creationId xmlns:a16="http://schemas.microsoft.com/office/drawing/2014/main" id="{05CB8E9D-B497-44FF-DB18-7D166BD2DA61}"/>
              </a:ext>
            </a:extLst>
          </p:cNvPr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44" name="Group 44">
            <a:extLst>
              <a:ext uri="{FF2B5EF4-FFF2-40B4-BE49-F238E27FC236}">
                <a16:creationId xmlns:a16="http://schemas.microsoft.com/office/drawing/2014/main" id="{FBD0A79F-CA0B-2560-37ED-E07624B11027}"/>
              </a:ext>
            </a:extLst>
          </p:cNvPr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>
              <a:extLst>
                <a:ext uri="{FF2B5EF4-FFF2-40B4-BE49-F238E27FC236}">
                  <a16:creationId xmlns:a16="http://schemas.microsoft.com/office/drawing/2014/main" id="{25583CD3-FA12-1B53-043B-9FE4E18BA02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>
              <a:extLst>
                <a:ext uri="{FF2B5EF4-FFF2-40B4-BE49-F238E27FC236}">
                  <a16:creationId xmlns:a16="http://schemas.microsoft.com/office/drawing/2014/main" id="{FA405478-0BA8-4A85-A81A-B9346174FE61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926643-39EA-932E-6755-230476B3078D}"/>
              </a:ext>
            </a:extLst>
          </p:cNvPr>
          <p:cNvSpPr txBox="1"/>
          <p:nvPr/>
        </p:nvSpPr>
        <p:spPr>
          <a:xfrm>
            <a:off x="190500" y="290493"/>
            <a:ext cx="17907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33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&amp; LIMITATIONS</a:t>
            </a:r>
            <a:endParaRPr lang="en-IN" sz="4800" b="1" dirty="0">
              <a:solidFill>
                <a:srgbClr val="0033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5F6650-A943-C59C-FFEF-E35B35BB2DCC}"/>
              </a:ext>
            </a:extLst>
          </p:cNvPr>
          <p:cNvSpPr txBox="1"/>
          <p:nvPr/>
        </p:nvSpPr>
        <p:spPr>
          <a:xfrm>
            <a:off x="2677693" y="2019513"/>
            <a:ext cx="9735935" cy="526297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3600" b="1" dirty="0"/>
              <a:t>ADVANTAGES: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paperwork and saves time.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event registration for students.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can view reports easily.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registrations and checks deadlines.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ensures organized data management.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and system availability.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(can be improved with encryption).</a:t>
            </a:r>
          </a:p>
          <a:p>
            <a:r>
              <a:rPr lang="en-US" sz="3200">
                <a:latin typeface="Times New Roman"/>
                <a:cs typeface="Times New Roman"/>
              </a:rPr>
              <a:t>Depends on server availability (MySQL).</a:t>
            </a:r>
          </a:p>
        </p:txBody>
      </p:sp>
    </p:spTree>
    <p:extLst>
      <p:ext uri="{BB962C8B-B14F-4D97-AF65-F5344CB8AC3E}">
        <p14:creationId xmlns:p14="http://schemas.microsoft.com/office/powerpoint/2010/main" val="1838976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2"/>
          <p:cNvSpPr/>
          <p:nvPr/>
        </p:nvSpPr>
        <p:spPr>
          <a:xfrm>
            <a:off x="16313420" y="1028700"/>
            <a:ext cx="945880" cy="236470"/>
          </a:xfrm>
          <a:custGeom>
            <a:avLst/>
            <a:gdLst/>
            <a:ahLst/>
            <a:cxnLst/>
            <a:rect l="l" t="t" r="r" b="b"/>
            <a:pathLst>
              <a:path w="945880" h="236470">
                <a:moveTo>
                  <a:pt x="0" y="0"/>
                </a:moveTo>
                <a:lnTo>
                  <a:pt x="945880" y="0"/>
                </a:lnTo>
                <a:lnTo>
                  <a:pt x="945880" y="236470"/>
                </a:lnTo>
                <a:lnTo>
                  <a:pt x="0" y="23647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3" name="TextBox 43"/>
          <p:cNvSpPr txBox="1"/>
          <p:nvPr/>
        </p:nvSpPr>
        <p:spPr>
          <a:xfrm>
            <a:off x="3200400" y="4486172"/>
            <a:ext cx="11159653" cy="1314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149"/>
              </a:lnSpc>
            </a:pPr>
            <a:r>
              <a:rPr lang="en-US" sz="11153" b="1" i="1" dirty="0">
                <a:solidFill>
                  <a:srgbClr val="191919"/>
                </a:solidFill>
                <a:latin typeface="Gotham Bold Italics"/>
                <a:ea typeface="Gotham Bold Italics"/>
                <a:cs typeface="Gotham Bold Italics"/>
                <a:sym typeface="Gotham Bold Italics"/>
              </a:rPr>
              <a:t>Thank you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6786360" y="-353712"/>
            <a:ext cx="10994424" cy="10994424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619125" cap="sq">
              <a:solidFill>
                <a:srgbClr val="FD6220">
                  <a:alpha val="11765"/>
                </a:srgbClr>
              </a:solidFill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3430</TotalTime>
  <Words>1120</Words>
  <Application>Microsoft Office PowerPoint</Application>
  <PresentationFormat>Custom</PresentationFormat>
  <Paragraphs>342</Paragraphs>
  <Slides>17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Orange Simple Portfolio Presentation</dc:title>
  <cp:lastModifiedBy>sai charan</cp:lastModifiedBy>
  <cp:revision>199</cp:revision>
  <dcterms:created xsi:type="dcterms:W3CDTF">2006-08-16T00:00:00Z</dcterms:created>
  <dcterms:modified xsi:type="dcterms:W3CDTF">2026-03-27T03:42:19Z</dcterms:modified>
  <dc:identifier>DAHCaYqJ9OU</dc:identifier>
</cp:coreProperties>
</file>